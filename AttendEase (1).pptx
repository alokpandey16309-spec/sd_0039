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image" Target="../media/image-5-5.png"/><Relationship Id="rId6" Type="http://schemas.openxmlformats.org/officeDocument/2006/relationships/image" Target="../media/image-5-6.png"/><Relationship Id="rId7" Type="http://schemas.openxmlformats.org/officeDocument/2006/relationships/image" Target="../media/image-5-7.png"/><Relationship Id="rId8" Type="http://schemas.openxmlformats.org/officeDocument/2006/relationships/image" Target="../media/image-5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685800"/>
            <a:ext cx="1371600" cy="13716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01498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33172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AttendEase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246120"/>
            <a:ext cx="121889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Management System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0" y="388620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Efficient, and Transparent Attendance Tracking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0" y="626364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Crafters  •  Aman  •  Aditya Mishra  •  Alok Pandey  •  Harshit Yadav  •  Ashish Tiwari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Project Team &amp; Overview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03520" cy="4846320"/>
          </a:xfrm>
          <a:prstGeom prst="roundRect">
            <a:avLst>
              <a:gd name="adj" fmla="val 226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1910" y="1980590"/>
            <a:ext cx="427939" cy="427939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920240" y="178308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Crafters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914400" y="278892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3108960"/>
            <a:ext cx="457200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Aditya Mishra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Alok Pandey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Harshit Yadav</a:t>
            </a:r>
            <a:endParaRPr lang="en-US" sz="16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Ashish Tiwari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914400" y="4892040"/>
            <a:ext cx="4572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Artificial Intelligence &amp; Machine Learning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914400" y="534924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faculty reviewers and classmates as a Software Development project.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6035040" y="1371600"/>
            <a:ext cx="5605272" cy="4846320"/>
          </a:xfrm>
          <a:prstGeom prst="roundRect">
            <a:avLst>
              <a:gd name="adj" fmla="val 226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6400800" y="1783080"/>
            <a:ext cx="822960" cy="82296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98310" y="1980590"/>
            <a:ext cx="427939" cy="427939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406640" y="178308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000" dirty="0"/>
          </a:p>
        </p:txBody>
      </p:sp>
      <p:sp>
        <p:nvSpPr>
          <p:cNvPr id="15" name="Text 11"/>
          <p:cNvSpPr/>
          <p:nvPr/>
        </p:nvSpPr>
        <p:spPr>
          <a:xfrm>
            <a:off x="6400800" y="2788920"/>
            <a:ext cx="484632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Secure, role-based attendance system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built with Python (Flask)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relational database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HTML/CSS frontend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for students and administrators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25880"/>
            <a:ext cx="11091672" cy="1600200"/>
          </a:xfrm>
          <a:prstGeom prst="roundRect">
            <a:avLst>
              <a:gd name="adj" fmla="val 6857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6916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33856" y="1911096"/>
            <a:ext cx="475488" cy="4754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2057400" y="1554480"/>
            <a:ext cx="9326880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secure, role-based Attendance Management System where students can track their own attendance and administrators manage it through one centralized portal.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548640" y="3291840"/>
            <a:ext cx="2532888" cy="2834640"/>
          </a:xfrm>
          <a:prstGeom prst="roundRect">
            <a:avLst>
              <a:gd name="adj" fmla="val 4332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1312164" y="361188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66" y="3853282"/>
            <a:ext cx="523037" cy="52303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85800" y="480060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3401568" y="3291840"/>
            <a:ext cx="2532888" cy="2834640"/>
          </a:xfrm>
          <a:prstGeom prst="roundRect">
            <a:avLst>
              <a:gd name="adj" fmla="val 4332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4165092" y="361188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06494" y="3853282"/>
            <a:ext cx="523037" cy="523037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3538728" y="480060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 Control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6254496" y="3291840"/>
            <a:ext cx="2532888" cy="2834640"/>
          </a:xfrm>
          <a:prstGeom prst="roundRect">
            <a:avLst>
              <a:gd name="adj" fmla="val 4332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7018020" y="361188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59422" y="3853282"/>
            <a:ext cx="523037" cy="523037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91656" y="480060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</a:t>
            </a:r>
            <a:endParaRPr lang="en-US" sz="1500" dirty="0"/>
          </a:p>
        </p:txBody>
      </p:sp>
      <p:sp>
        <p:nvSpPr>
          <p:cNvPr id="19" name="Shape 13"/>
          <p:cNvSpPr/>
          <p:nvPr/>
        </p:nvSpPr>
        <p:spPr>
          <a:xfrm>
            <a:off x="9107424" y="3291840"/>
            <a:ext cx="2532888" cy="2834640"/>
          </a:xfrm>
          <a:prstGeom prst="roundRect">
            <a:avLst>
              <a:gd name="adj" fmla="val 4332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0" name="Shape 14"/>
          <p:cNvSpPr/>
          <p:nvPr/>
        </p:nvSpPr>
        <p:spPr>
          <a:xfrm>
            <a:off x="9870948" y="3611880"/>
            <a:ext cx="1005840" cy="100584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2350" y="3853282"/>
            <a:ext cx="523037" cy="523037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9244584" y="4800600"/>
            <a:ext cx="2258568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Features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1448181" y="160020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632524" y="1784543"/>
            <a:ext cx="399410" cy="39941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51460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Role-based Signup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658368" y="297180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 as Student or Admin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3390138" y="137160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4289679" y="160020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74022" y="1784543"/>
            <a:ext cx="399410" cy="39941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481578" y="251460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Login</a:t>
            </a:r>
            <a:endParaRPr lang="en-US" sz="1350" dirty="0"/>
          </a:p>
        </p:txBody>
      </p:sp>
      <p:sp>
        <p:nvSpPr>
          <p:cNvPr id="12" name="Text 8"/>
          <p:cNvSpPr/>
          <p:nvPr/>
        </p:nvSpPr>
        <p:spPr>
          <a:xfrm>
            <a:off x="3499866" y="297180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session tracking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6231636" y="137160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7131177" y="160020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15520" y="1784543"/>
            <a:ext cx="399410" cy="39941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23076" y="251460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</a:t>
            </a:r>
            <a:endParaRPr lang="en-US" sz="1350" dirty="0"/>
          </a:p>
        </p:txBody>
      </p:sp>
      <p:sp>
        <p:nvSpPr>
          <p:cNvPr id="17" name="Text 12"/>
          <p:cNvSpPr/>
          <p:nvPr/>
        </p:nvSpPr>
        <p:spPr>
          <a:xfrm>
            <a:off x="6341364" y="297180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checked on every request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9073134" y="137160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972675" y="160020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57018" y="1784543"/>
            <a:ext cx="399410" cy="39941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64574" y="251460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</a:t>
            </a:r>
            <a:endParaRPr lang="en-US" sz="1350" dirty="0"/>
          </a:p>
        </p:txBody>
      </p:sp>
      <p:sp>
        <p:nvSpPr>
          <p:cNvPr id="22" name="Text 16"/>
          <p:cNvSpPr/>
          <p:nvPr/>
        </p:nvSpPr>
        <p:spPr>
          <a:xfrm>
            <a:off x="9182862" y="297180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marks Present / Absent</a:t>
            </a:r>
            <a:endParaRPr lang="en-US" sz="1050" dirty="0"/>
          </a:p>
        </p:txBody>
      </p:sp>
      <p:sp>
        <p:nvSpPr>
          <p:cNvPr id="23" name="Shape 17"/>
          <p:cNvSpPr/>
          <p:nvPr/>
        </p:nvSpPr>
        <p:spPr>
          <a:xfrm>
            <a:off x="548640" y="397764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4" name="Shape 18"/>
          <p:cNvSpPr/>
          <p:nvPr/>
        </p:nvSpPr>
        <p:spPr>
          <a:xfrm>
            <a:off x="1448181" y="420624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32524" y="4390583"/>
            <a:ext cx="399410" cy="399410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640080" y="512064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%</a:t>
            </a:r>
            <a:endParaRPr lang="en-US" sz="1350" dirty="0"/>
          </a:p>
        </p:txBody>
      </p:sp>
      <p:sp>
        <p:nvSpPr>
          <p:cNvPr id="27" name="Text 20"/>
          <p:cNvSpPr/>
          <p:nvPr/>
        </p:nvSpPr>
        <p:spPr>
          <a:xfrm>
            <a:off x="658368" y="557784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Auto-calculated per student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3390138" y="397764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4289679" y="420624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474022" y="4390583"/>
            <a:ext cx="399410" cy="399410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3481578" y="512064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350" dirty="0"/>
          </a:p>
        </p:txBody>
      </p:sp>
      <p:sp>
        <p:nvSpPr>
          <p:cNvPr id="32" name="Text 24"/>
          <p:cNvSpPr/>
          <p:nvPr/>
        </p:nvSpPr>
        <p:spPr>
          <a:xfrm>
            <a:off x="3499866" y="557784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name, email, phone</a:t>
            </a:r>
            <a:endParaRPr lang="en-US" sz="1050" dirty="0"/>
          </a:p>
        </p:txBody>
      </p:sp>
      <p:sp>
        <p:nvSpPr>
          <p:cNvPr id="33" name="Shape 25"/>
          <p:cNvSpPr/>
          <p:nvPr/>
        </p:nvSpPr>
        <p:spPr>
          <a:xfrm>
            <a:off x="6231636" y="397764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4" name="Shape 26"/>
          <p:cNvSpPr/>
          <p:nvPr/>
        </p:nvSpPr>
        <p:spPr>
          <a:xfrm>
            <a:off x="7131177" y="420624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15520" y="4390583"/>
            <a:ext cx="399410" cy="399410"/>
          </a:xfrm>
          <a:prstGeom prst="rect">
            <a:avLst/>
          </a:prstGeom>
        </p:spPr>
      </p:pic>
      <p:sp>
        <p:nvSpPr>
          <p:cNvPr id="36" name="Text 27"/>
          <p:cNvSpPr/>
          <p:nvPr/>
        </p:nvSpPr>
        <p:spPr>
          <a:xfrm>
            <a:off x="6323076" y="512064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350" dirty="0"/>
          </a:p>
        </p:txBody>
      </p:sp>
      <p:sp>
        <p:nvSpPr>
          <p:cNvPr id="37" name="Text 28"/>
          <p:cNvSpPr/>
          <p:nvPr/>
        </p:nvSpPr>
        <p:spPr>
          <a:xfrm>
            <a:off x="6341364" y="557784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/ updated dates</a:t>
            </a:r>
            <a:endParaRPr lang="en-US" sz="1050" dirty="0"/>
          </a:p>
        </p:txBody>
      </p:sp>
      <p:sp>
        <p:nvSpPr>
          <p:cNvPr id="38" name="Shape 29"/>
          <p:cNvSpPr/>
          <p:nvPr/>
        </p:nvSpPr>
        <p:spPr>
          <a:xfrm>
            <a:off x="9073134" y="3977640"/>
            <a:ext cx="2567178" cy="2331720"/>
          </a:xfrm>
          <a:prstGeom prst="roundRect">
            <a:avLst>
              <a:gd name="adj" fmla="val 4706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39" name="Shape 30"/>
          <p:cNvSpPr/>
          <p:nvPr/>
        </p:nvSpPr>
        <p:spPr>
          <a:xfrm>
            <a:off x="9972675" y="4206240"/>
            <a:ext cx="768096" cy="768096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40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157018" y="4390583"/>
            <a:ext cx="399410" cy="399410"/>
          </a:xfrm>
          <a:prstGeom prst="rect">
            <a:avLst/>
          </a:prstGeom>
        </p:spPr>
      </p:pic>
      <p:sp>
        <p:nvSpPr>
          <p:cNvPr id="41" name="Text 31"/>
          <p:cNvSpPr/>
          <p:nvPr/>
        </p:nvSpPr>
        <p:spPr>
          <a:xfrm>
            <a:off x="9164574" y="5120640"/>
            <a:ext cx="238429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Validation</a:t>
            </a:r>
            <a:endParaRPr lang="en-US" sz="1350" dirty="0"/>
          </a:p>
        </p:txBody>
      </p:sp>
      <p:sp>
        <p:nvSpPr>
          <p:cNvPr id="42" name="Text 32"/>
          <p:cNvSpPr/>
          <p:nvPr/>
        </p:nvSpPr>
        <p:spPr>
          <a:xfrm>
            <a:off x="9182862" y="5577840"/>
            <a:ext cx="234772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 check + duplicate guard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Technical Architecture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5394960" cy="4846320"/>
          </a:xfrm>
          <a:prstGeom prst="roundRect">
            <a:avLst>
              <a:gd name="adj" fmla="val 2264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914400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800" dirty="0"/>
          </a:p>
        </p:txBody>
      </p:sp>
      <p:sp>
        <p:nvSpPr>
          <p:cNvPr id="5" name="Shape 3"/>
          <p:cNvSpPr/>
          <p:nvPr/>
        </p:nvSpPr>
        <p:spPr>
          <a:xfrm>
            <a:off x="914400" y="233172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965" y="2507285"/>
            <a:ext cx="380390" cy="38039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31343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28800" y="267919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(Flask) with session-based authentication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914400" y="356616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9965" y="3741725"/>
            <a:ext cx="380390" cy="38039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354787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500" dirty="0"/>
          </a:p>
        </p:txBody>
      </p:sp>
      <p:sp>
        <p:nvSpPr>
          <p:cNvPr id="12" name="Text 8"/>
          <p:cNvSpPr/>
          <p:nvPr/>
        </p:nvSpPr>
        <p:spPr>
          <a:xfrm>
            <a:off x="1828800" y="391363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MySQL — relational schema for users &amp; attendance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914400" y="4800600"/>
            <a:ext cx="731520" cy="7315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89965" y="4976165"/>
            <a:ext cx="380390" cy="38039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828800" y="4782312"/>
            <a:ext cx="3840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500" dirty="0"/>
          </a:p>
        </p:txBody>
      </p:sp>
      <p:sp>
        <p:nvSpPr>
          <p:cNvPr id="16" name="Text 11"/>
          <p:cNvSpPr/>
          <p:nvPr/>
        </p:nvSpPr>
        <p:spPr>
          <a:xfrm>
            <a:off x="1828800" y="5148072"/>
            <a:ext cx="3931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HTML, CSS with a responsive, role-aware UI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6153912" y="1371600"/>
            <a:ext cx="5486400" cy="4846320"/>
          </a:xfrm>
          <a:prstGeom prst="roundRect">
            <a:avLst>
              <a:gd name="adj" fmla="val 2264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8" name="Text 13"/>
          <p:cNvSpPr/>
          <p:nvPr/>
        </p:nvSpPr>
        <p:spPr>
          <a:xfrm>
            <a:off x="6519672" y="1600200"/>
            <a:ext cx="4663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Modules</a:t>
            </a:r>
            <a:endParaRPr lang="en-US" sz="1800" dirty="0"/>
          </a:p>
        </p:txBody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9672" y="2331720"/>
            <a:ext cx="320040" cy="3200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6995160" y="227685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Authentication Module</a:t>
            </a:r>
            <a:endParaRPr lang="en-US" sz="1400" dirty="0"/>
          </a:p>
        </p:txBody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9672" y="3108960"/>
            <a:ext cx="320040" cy="32004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6995160" y="305409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Management (Student / Admin roles)</a:t>
            </a:r>
            <a:endParaRPr lang="en-US" sz="1400" dirty="0"/>
          </a:p>
        </p:txBody>
      </p:sp>
      <p:pic>
        <p:nvPicPr>
          <p:cNvPr id="23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19672" y="3886200"/>
            <a:ext cx="320040" cy="320040"/>
          </a:xfrm>
          <a:prstGeom prst="rect">
            <a:avLst/>
          </a:prstGeom>
        </p:spPr>
      </p:pic>
      <p:sp>
        <p:nvSpPr>
          <p:cNvPr id="24" name="Text 16"/>
          <p:cNvSpPr/>
          <p:nvPr/>
        </p:nvSpPr>
        <p:spPr>
          <a:xfrm>
            <a:off x="6995160" y="383133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Marking &amp; Tracking</a:t>
            </a:r>
            <a:endParaRPr lang="en-US" sz="1400" dirty="0"/>
          </a:p>
        </p:txBody>
      </p:sp>
      <p:pic>
        <p:nvPicPr>
          <p:cNvPr id="25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519672" y="4663440"/>
            <a:ext cx="320040" cy="320040"/>
          </a:xfrm>
          <a:prstGeom prst="rect">
            <a:avLst/>
          </a:prstGeom>
        </p:spPr>
      </p:pic>
      <p:sp>
        <p:nvSpPr>
          <p:cNvPr id="26" name="Text 17"/>
          <p:cNvSpPr/>
          <p:nvPr/>
        </p:nvSpPr>
        <p:spPr>
          <a:xfrm>
            <a:off x="6995160" y="460857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 Management</a:t>
            </a:r>
            <a:endParaRPr lang="en-US" sz="1400" dirty="0"/>
          </a:p>
        </p:txBody>
      </p:sp>
      <p:pic>
        <p:nvPicPr>
          <p:cNvPr id="27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519672" y="5440680"/>
            <a:ext cx="320040" cy="320040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6995160" y="5385816"/>
            <a:ext cx="4480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Logging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Workflow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1950415" y="3268980"/>
            <a:ext cx="8288122" cy="0"/>
          </a:xfrm>
          <a:prstGeom prst="line">
            <a:avLst/>
          </a:prstGeom>
          <a:noFill/>
          <a:ln w="25400">
            <a:solidFill>
              <a:srgbClr val="6366F1"/>
            </a:solidFill>
            <a:prstDash val="dash"/>
          </a:ln>
        </p:spPr>
      </p:sp>
      <p:sp>
        <p:nvSpPr>
          <p:cNvPr id="4" name="Shape 2"/>
          <p:cNvSpPr/>
          <p:nvPr/>
        </p:nvSpPr>
        <p:spPr>
          <a:xfrm>
            <a:off x="1516075" y="2834640"/>
            <a:ext cx="868680" cy="8686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16075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60120" y="3931920"/>
            <a:ext cx="19805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Signup / Login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4361688"/>
            <a:ext cx="19805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selected: Student or Admin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588106" y="2834640"/>
            <a:ext cx="868680" cy="8686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588106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3032150" y="3931920"/>
            <a:ext cx="19805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 Created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3032150" y="4361688"/>
            <a:ext cx="19805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Protected routes check role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660136" y="2834640"/>
            <a:ext cx="868680" cy="8686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660136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104181" y="3931920"/>
            <a:ext cx="19805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 Dashboard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104181" y="4361688"/>
            <a:ext cx="19805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Student: view attendance &amp; %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Admin: mark today's attendance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7732166" y="2834640"/>
            <a:ext cx="868680" cy="8686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732166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7176211" y="3931920"/>
            <a:ext cx="19805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176211" y="4361688"/>
            <a:ext cx="19805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name, email, phone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804197" y="2834640"/>
            <a:ext cx="868680" cy="868680"/>
          </a:xfrm>
          <a:prstGeom prst="ellipse">
            <a:avLst/>
          </a:prstGeom>
          <a:solidFill>
            <a:srgbClr val="8B5CF6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04197" y="2834640"/>
            <a:ext cx="86868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9248242" y="3931920"/>
            <a:ext cx="198059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Log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9248242" y="4361688"/>
            <a:ext cx="198059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 created / updated dates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Security &amp; Data Integrity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3383280"/>
          </a:xfrm>
          <a:prstGeom prst="roundRect">
            <a:avLst>
              <a:gd name="adj" fmla="val 3243"/>
            </a:avLst>
          </a:prstGeom>
          <a:solidFill>
            <a:srgbClr val="1E293B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78308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35101" y="1903781"/>
            <a:ext cx="261518" cy="26151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600200" y="170992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Parameterized SQL queries throughout — prevents SQL injection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914400" y="251460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5101" y="2635301"/>
            <a:ext cx="261518" cy="261518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600200" y="244144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Server-side email format validation on signup and profile updates</a:t>
            </a:r>
            <a:endParaRPr lang="en-US" sz="1500" dirty="0"/>
          </a:p>
        </p:txBody>
      </p:sp>
      <p:sp>
        <p:nvSpPr>
          <p:cNvPr id="10" name="Shape 6"/>
          <p:cNvSpPr/>
          <p:nvPr/>
        </p:nvSpPr>
        <p:spPr>
          <a:xfrm>
            <a:off x="914400" y="324612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5101" y="3366821"/>
            <a:ext cx="261518" cy="26151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00200" y="317296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Duplicate-email protection, checked before every insert or update</a:t>
            </a:r>
            <a:endParaRPr lang="en-US" sz="1500" dirty="0"/>
          </a:p>
        </p:txBody>
      </p:sp>
      <p:sp>
        <p:nvSpPr>
          <p:cNvPr id="13" name="Shape 8"/>
          <p:cNvSpPr/>
          <p:nvPr/>
        </p:nvSpPr>
        <p:spPr>
          <a:xfrm>
            <a:off x="914400" y="3977640"/>
            <a:ext cx="502920" cy="50292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5101" y="4098341"/>
            <a:ext cx="261518" cy="26151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600200" y="3904488"/>
            <a:ext cx="9784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Session-based authentication with the role re-checked on every protected route, not just at login</a:t>
            </a:r>
            <a:endParaRPr lang="en-US" sz="1500" dirty="0"/>
          </a:p>
        </p:txBody>
      </p:sp>
      <p:sp>
        <p:nvSpPr>
          <p:cNvPr id="16" name="Shape 10"/>
          <p:cNvSpPr/>
          <p:nvPr/>
        </p:nvSpPr>
        <p:spPr>
          <a:xfrm>
            <a:off x="548640" y="4937760"/>
            <a:ext cx="11091672" cy="1280160"/>
          </a:xfrm>
          <a:prstGeom prst="roundRect">
            <a:avLst>
              <a:gd name="adj" fmla="val 8571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7" name="Shape 11"/>
          <p:cNvSpPr/>
          <p:nvPr/>
        </p:nvSpPr>
        <p:spPr>
          <a:xfrm>
            <a:off x="914400" y="5230368"/>
            <a:ext cx="685800" cy="685800"/>
          </a:xfrm>
          <a:prstGeom prst="ellipse">
            <a:avLst/>
          </a:prstGeom>
          <a:solidFill>
            <a:srgbClr val="33415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8992" y="5394960"/>
            <a:ext cx="356616" cy="3566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783080" y="507492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limitation: </a:t>
            </a:r>
            <a:pPr indent="0" marL="0">
              <a:buNone/>
            </a:pPr>
            <a:r>
              <a:rPr lang="en-US" sz="13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passwords are currently stored in plain text for demo simplicity. Password hashing (werkzeug.security) is the planned next step before any real deployment.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64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Scope &amp; Roadmap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371600"/>
            <a:ext cx="11091672" cy="1005840"/>
          </a:xfrm>
          <a:prstGeom prst="roundRect">
            <a:avLst>
              <a:gd name="adj" fmla="val 10909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914400" y="1536192"/>
            <a:ext cx="685800" cy="6858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78992" y="1700784"/>
            <a:ext cx="356616" cy="356616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37360" y="1463040"/>
            <a:ext cx="96012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status: </a:t>
            </a:r>
            <a:pPr indent="0" marL="0">
              <a:buNone/>
            </a:pPr>
            <a:r>
              <a:rPr lang="en-US" sz="14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system is fully built and functional — authentication, role-based dashboards, attendance marking, and profile management are all working end to end.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60604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Planned Enhancements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548640" y="3200400"/>
            <a:ext cx="3483864" cy="2926080"/>
          </a:xfrm>
          <a:prstGeom prst="roundRect">
            <a:avLst>
              <a:gd name="adj" fmla="val 3750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1833372" y="3520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2828" y="3739896"/>
            <a:ext cx="475488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85800" y="461772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Contactless Marking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731520" y="5074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Face recognition / QR-code based attendance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4352544" y="3200400"/>
            <a:ext cx="3483864" cy="2926080"/>
          </a:xfrm>
          <a:prstGeom prst="roundRect">
            <a:avLst>
              <a:gd name="adj" fmla="val 3750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4" name="Shape 10"/>
          <p:cNvSpPr/>
          <p:nvPr/>
        </p:nvSpPr>
        <p:spPr>
          <a:xfrm>
            <a:off x="5637276" y="3520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56732" y="3739896"/>
            <a:ext cx="475488" cy="475488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4489704" y="461772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4535424" y="5074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/ SMS alerts for low attendance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8156448" y="3200400"/>
            <a:ext cx="3483864" cy="2926080"/>
          </a:xfrm>
          <a:prstGeom prst="roundRect">
            <a:avLst>
              <a:gd name="adj" fmla="val 3750"/>
            </a:avLst>
          </a:prstGeom>
          <a:solidFill>
            <a:srgbClr val="273449"/>
          </a:solidFill>
          <a:ln/>
          <a:effectLst>
            <a:outerShdw sx="100000" sy="100000" kx="0" ky="0" algn="bl" rotWithShape="0" blurRad="101600" dist="38100" dir="5400000">
              <a:srgbClr val="000000">
                <a:alpha val="35000"/>
              </a:srgbClr>
            </a:outerShdw>
          </a:effectLst>
        </p:spPr>
      </p:sp>
      <p:sp>
        <p:nvSpPr>
          <p:cNvPr id="19" name="Shape 14"/>
          <p:cNvSpPr/>
          <p:nvPr/>
        </p:nvSpPr>
        <p:spPr>
          <a:xfrm>
            <a:off x="9441180" y="3520440"/>
            <a:ext cx="914400" cy="9144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60636" y="3739896"/>
            <a:ext cx="475488" cy="4754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8293608" y="4617720"/>
            <a:ext cx="32095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AI-driven Analytics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8339328" y="5074920"/>
            <a:ext cx="3118104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trends and at-risk predictions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13248" y="1188720"/>
            <a:ext cx="1371600" cy="1371600"/>
          </a:xfrm>
          <a:prstGeom prst="ellipse">
            <a:avLst/>
          </a:prstGeom>
          <a:solidFill>
            <a:srgbClr val="8B5CF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2432" y="1517904"/>
            <a:ext cx="713232" cy="71323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2834640"/>
            <a:ext cx="1218895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0" y="3703320"/>
            <a:ext cx="1218895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C7CDE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Shape 3"/>
          <p:cNvSpPr/>
          <p:nvPr/>
        </p:nvSpPr>
        <p:spPr>
          <a:xfrm>
            <a:off x="3803904" y="4434840"/>
            <a:ext cx="4572000" cy="0"/>
          </a:xfrm>
          <a:prstGeom prst="line">
            <a:avLst/>
          </a:prstGeom>
          <a:noFill/>
          <a:ln w="12700">
            <a:solidFill>
              <a:srgbClr val="334155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0" y="4663440"/>
            <a:ext cx="1218895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8B5C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0" y="4983480"/>
            <a:ext cx="1218895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Aman  •  Aditya Mishra  •  Alok Pandey  •  Harshit Yadav  •  Ashish Tiwari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2026-07-26T16:26:57Z</dcterms:created>
  <dcterms:modified xsi:type="dcterms:W3CDTF">2026-07-26T16:26:57Z</dcterms:modified>
</cp:coreProperties>
</file>